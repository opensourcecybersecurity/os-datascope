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slides/_rels/slide1.xml.rels><?xml version="1.0" encoding="UTF-8" standalone="yes"?><Relationships xmlns="http://schemas.openxmlformats.org/package/2006/relationships"><Relationship Id="rId9" Type="http://schemas.openxmlformats.org/officeDocument/2006/relationships/image" Target="../media/image1.png"/></Relationships>
</file>