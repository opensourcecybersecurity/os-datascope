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7CFA1F9-84F1-4E5E-88A7-18B041980E6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720000"/>
            <a:ext cx="576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Card on file 5105 1051 0510 5100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270E08-8AEF-4A95-A99C-0649C82A44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AE173DB-169E-44F2-AF4E-99229A196CF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Benefits review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160000"/>
            <a:ext cx="720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Case for Casey Demo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Social Security Number: 512-48-3335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